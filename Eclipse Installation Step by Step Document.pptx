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61" r:id="rId6"/>
    <p:sldId id="271" r:id="rId7"/>
    <p:sldId id="273" r:id="rId8"/>
    <p:sldId id="272" r:id="rId9"/>
    <p:sldId id="274" r:id="rId10"/>
    <p:sldId id="27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34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15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0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3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7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58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36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4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65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9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E4469-4ABA-4845-B0ED-3221989AE03A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6D716A-7567-4431-BCC4-C3291C3A033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07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eclipse.org/id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C66F-639F-48AE-85F8-B33591138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Eclipse Installation Step by Step Document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D951A-B3F6-78D9-1936-EF47AD124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8" y="5150497"/>
            <a:ext cx="1716833" cy="171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8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9794"/>
            <a:ext cx="10515600" cy="5807169"/>
          </a:xfrm>
        </p:spPr>
        <p:txBody>
          <a:bodyPr/>
          <a:lstStyle/>
          <a:p>
            <a:r>
              <a:rPr lang="en-US" dirty="0"/>
              <a:t>Firstly </a:t>
            </a:r>
            <a:r>
              <a:rPr lang="en-US" dirty="0" err="1"/>
              <a:t>serach</a:t>
            </a:r>
            <a:r>
              <a:rPr lang="en-US" dirty="0"/>
              <a:t> for Eclipse IDE in your </a:t>
            </a:r>
            <a:r>
              <a:rPr lang="en-US" dirty="0" err="1"/>
              <a:t>favourite</a:t>
            </a:r>
            <a:r>
              <a:rPr lang="en-US" dirty="0"/>
              <a:t> browser or I have given link for your reference.</a:t>
            </a:r>
          </a:p>
          <a:p>
            <a:r>
              <a:rPr lang="en-US" dirty="0">
                <a:hlinkClick r:id="rId2"/>
              </a:rPr>
              <a:t>https://www.eclipse.org/ide/</a:t>
            </a:r>
            <a:endParaRPr lang="en-US" dirty="0"/>
          </a:p>
          <a:p>
            <a:r>
              <a:rPr lang="en-US" dirty="0"/>
              <a:t>After opening the link you will directed to a page like I have shown in image.</a:t>
            </a:r>
          </a:p>
          <a:p>
            <a:r>
              <a:rPr lang="en-US" dirty="0"/>
              <a:t>Select download at the right edge.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E03A4-B53C-416D-B12B-1FD5ABE33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3378"/>
            <a:ext cx="10340788" cy="309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E76CA0-3741-8781-EC22-A69780B21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478" y="5601478"/>
            <a:ext cx="1256521" cy="125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3164"/>
            <a:ext cx="10515600" cy="6413642"/>
          </a:xfrm>
        </p:spPr>
        <p:txBody>
          <a:bodyPr/>
          <a:lstStyle/>
          <a:p>
            <a:r>
              <a:rPr lang="en-US" dirty="0"/>
              <a:t>After clicking download you will directed to a page like this.</a:t>
            </a:r>
          </a:p>
          <a:p>
            <a:r>
              <a:rPr lang="en-US" dirty="0"/>
              <a:t>Click download in this page</a:t>
            </a:r>
          </a:p>
          <a:p>
            <a:r>
              <a:rPr lang="en-US" dirty="0"/>
              <a:t>Image added for your reference.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345267-ABEB-4A55-8865-F8EEEEB6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475" y="2496621"/>
            <a:ext cx="6134956" cy="4058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943EA8-7864-D388-1281-7EF1AD8CA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706" y="5535706"/>
            <a:ext cx="1322293" cy="132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1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8771"/>
            <a:ext cx="10515600" cy="6286500"/>
          </a:xfrm>
        </p:spPr>
        <p:txBody>
          <a:bodyPr/>
          <a:lstStyle/>
          <a:p>
            <a:r>
              <a:rPr lang="en-US" dirty="0"/>
              <a:t>After selecting download option you will directed to a page like this.</a:t>
            </a:r>
          </a:p>
          <a:p>
            <a:r>
              <a:rPr lang="en-US" dirty="0"/>
              <a:t>In this page you can executable file.</a:t>
            </a:r>
          </a:p>
          <a:p>
            <a:r>
              <a:rPr lang="en-US" dirty="0"/>
              <a:t>Select download to download the executable file.</a:t>
            </a:r>
          </a:p>
          <a:p>
            <a:r>
              <a:rPr lang="en-US" dirty="0"/>
              <a:t>Image added for your reference.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D3EDE5-3309-4FA2-84CA-72829CA45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35" y="2827431"/>
            <a:ext cx="10502659" cy="3435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6685B0-E325-5380-97D4-E1CC9D5DA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384" y="5542384"/>
            <a:ext cx="1315615" cy="13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6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B7F61-435A-4821-9914-11507598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313"/>
            <a:ext cx="10515600" cy="5792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After downloading, open the .exe file. </a:t>
            </a:r>
          </a:p>
          <a:p>
            <a:r>
              <a:rPr lang="en-US" dirty="0"/>
              <a:t>Double click the executable file to open it.</a:t>
            </a:r>
          </a:p>
          <a:p>
            <a:r>
              <a:rPr lang="en-US" dirty="0"/>
              <a:t>You will get a interface like this.</a:t>
            </a:r>
          </a:p>
          <a:p>
            <a:r>
              <a:rPr lang="en-US" dirty="0"/>
              <a:t>Select Eclipse IDE for Java Developers.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336" y="2581835"/>
            <a:ext cx="6449246" cy="3738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96F923-F669-C7ED-44E2-D268BE757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5638800"/>
            <a:ext cx="1219199" cy="12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7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259"/>
            <a:ext cx="10515600" cy="5988704"/>
          </a:xfrm>
        </p:spPr>
        <p:txBody>
          <a:bodyPr/>
          <a:lstStyle/>
          <a:p>
            <a:r>
              <a:rPr lang="en-US" dirty="0"/>
              <a:t>After selecting Eclipse IDE for java developers, you will be asked for install. Please select 2checkboxes above install option.</a:t>
            </a:r>
          </a:p>
          <a:p>
            <a:r>
              <a:rPr lang="en-US" dirty="0"/>
              <a:t>Select install and installation process will start.</a:t>
            </a:r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948" y="1916206"/>
            <a:ext cx="4872103" cy="4260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24204A-E452-2201-8CD0-57494E02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767" y="5750767"/>
            <a:ext cx="1107232" cy="11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6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7371"/>
            <a:ext cx="10515600" cy="5699592"/>
          </a:xfrm>
        </p:spPr>
        <p:txBody>
          <a:bodyPr/>
          <a:lstStyle/>
          <a:p>
            <a:r>
              <a:rPr lang="en-US" dirty="0"/>
              <a:t>After installation process completes, you will be asked to launch.</a:t>
            </a:r>
          </a:p>
          <a:p>
            <a:r>
              <a:rPr lang="en-US" dirty="0"/>
              <a:t>Select launch option.</a:t>
            </a:r>
          </a:p>
          <a:p>
            <a:r>
              <a:rPr lang="en-US" dirty="0"/>
              <a:t> Image added for your reference.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61290" y="1996888"/>
            <a:ext cx="5931535" cy="4598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09083E-CBF9-F10D-7A84-FEC5F61B2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915" y="5481915"/>
            <a:ext cx="1376084" cy="137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5324"/>
            <a:ext cx="10515600" cy="5941639"/>
          </a:xfrm>
        </p:spPr>
        <p:txBody>
          <a:bodyPr/>
          <a:lstStyle/>
          <a:p>
            <a:r>
              <a:rPr lang="en-US" dirty="0"/>
              <a:t>After selecting launch Our Eclipse IDE will open like this.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1443355"/>
            <a:ext cx="5943600" cy="3971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01B2D1-5B50-F7C3-8CEB-B546802DD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139" y="5620139"/>
            <a:ext cx="1237860" cy="123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/>
          <a:lstStyle/>
          <a:p>
            <a:r>
              <a:rPr lang="en-US" dirty="0"/>
              <a:t>After opening Eclipse will be asked for default path for our work to be stored.</a:t>
            </a:r>
          </a:p>
          <a:p>
            <a:r>
              <a:rPr lang="en-US" dirty="0"/>
              <a:t>If you want to change to your required path you can change or you can keep the same path and click launch.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2051050"/>
            <a:ext cx="5943600" cy="275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B692A7-B954-0625-AB3F-E68AA00E7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9" y="5626359"/>
            <a:ext cx="1231640" cy="12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8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029" y="595218"/>
            <a:ext cx="10515600" cy="5946775"/>
          </a:xfrm>
        </p:spPr>
        <p:txBody>
          <a:bodyPr/>
          <a:lstStyle/>
          <a:p>
            <a:r>
              <a:rPr lang="en-US" dirty="0"/>
              <a:t>If you want the same path for every time and if you don’t wish to select your path </a:t>
            </a:r>
            <a:r>
              <a:rPr lang="en-US" dirty="0" err="1"/>
              <a:t>everytime</a:t>
            </a:r>
            <a:r>
              <a:rPr lang="en-US" dirty="0"/>
              <a:t> when you work on eclipse. You can select the checkbox and click launch so that it wont ask you for path again.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2051050"/>
            <a:ext cx="5943600" cy="275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8BE61A-9677-AEBD-6AF6-0B56AD4A1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29" y="5769429"/>
            <a:ext cx="1088570" cy="10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1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Feel free to ask any doubt in the installation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THANK YOU.</a:t>
            </a:r>
          </a:p>
          <a:p>
            <a:pPr marL="0" indent="0">
              <a:buNone/>
            </a:pPr>
            <a:r>
              <a:rPr lang="en-US" dirty="0"/>
              <a:t>				HAPPY LEARNING.</a:t>
            </a:r>
          </a:p>
          <a:p>
            <a:pPr marL="0" indent="0">
              <a:buNone/>
            </a:pPr>
            <a:r>
              <a:rPr lang="en-US" dirty="0"/>
              <a:t>						- Team FLM.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C67F9-AE89-A0DB-2E30-830E8EFA8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76" y="5722776"/>
            <a:ext cx="1135223" cy="113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505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141</TotalTime>
  <Words>330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Eclipse Installation Step by Step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Eclipse Installation Step by Step Document</dc:title>
  <dc:creator>Chatrala Joshithaa</dc:creator>
  <cp:lastModifiedBy>upendra G</cp:lastModifiedBy>
  <cp:revision>11</cp:revision>
  <dcterms:created xsi:type="dcterms:W3CDTF">2022-08-31T16:11:40Z</dcterms:created>
  <dcterms:modified xsi:type="dcterms:W3CDTF">2022-09-01T11:11:30Z</dcterms:modified>
</cp:coreProperties>
</file>